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calibration offset is 73 units.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Repeated observation. FINAL NOTE: orchard code is O9100.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Lighthouse overview</a:t>
            </a:r>
          </a:p>
        </p:txBody>
      </p:sp>
      <p:sp>
        <p:nvSpPr>
          <p:cNvPr id="3" name="Content Placeholder 2"/>
          <p:cNvSpPr>
            <a:spLocks noGrp="1"/>
          </p:cNvSpPr>
          <p:nvPr>
            <p:ph idx="1"/>
          </p:nvPr>
        </p:nvSpPr>
        <p:spPr/>
        <p:txBody>
          <a:bodyPr/>
          <a:lstStyle/>
          <a:p>
            <a:r>
              <a:t>LIGHTHOUSE FACT: tower height is 52 metres.</a:t>
            </a:r>
          </a:p>
        </p:txBody>
      </p:sp>
      <p:graphicFrame>
        <p:nvGraphicFramePr>
          <p:cNvPr id="4" name="Table 3"/>
          <p:cNvGraphicFramePr>
            <a:graphicFrameLocks noGrp="1"/>
          </p:cNvGraphicFramePr>
          <p:nvPr/>
        </p:nvGraphicFramePr>
        <p:xfrm>
          <a:off x="914400" y="3657600"/>
          <a:ext cx="5486400" cy="914400"/>
        </p:xfrm>
        <a:graphic>
          <a:graphicData uri="http://schemas.openxmlformats.org/drawingml/2006/table">
            <a:tbl>
              <a:tblPr firstRow="1" bandRow="1">
                <a:tableStyleId>{5C22544A-7EE6-4342-B048-85BDC9FD1C3A}</a:tableStyleId>
              </a:tblPr>
              <a:tblGrid>
                <a:gridCol w="2743200"/>
                <a:gridCol w="2743200"/>
              </a:tblGrid>
              <a:tr h="457200">
                <a:tc>
                  <a:txBody>
                    <a:bodyPr/>
                    <a:lstStyle/>
                    <a:p>
                      <a:r>
                        <a:t>Measure</a:t>
                      </a:r>
                    </a:p>
                  </a:txBody>
                  <a:tcPr/>
                </a:tc>
                <a:tc>
                  <a:txBody>
                    <a:bodyPr/>
                    <a:lstStyle/>
                    <a:p>
                      <a:r>
                        <a:t>Value</a:t>
                      </a:r>
                    </a:p>
                  </a:txBody>
                  <a:tcPr/>
                </a:tc>
              </a:tr>
              <a:tr h="457200">
                <a:tc>
                  <a:txBody>
                    <a:bodyPr/>
                    <a:lstStyle/>
                    <a:p>
                      <a:r>
                        <a:t>Height</a:t>
                      </a:r>
                    </a:p>
                  </a:txBody>
                  <a:tcPr/>
                </a:tc>
                <a:tc>
                  <a:txBody>
                    <a:bodyPr/>
                    <a:lstStyle/>
                    <a:p>
                      <a:r>
                        <a:t>52</a:t>
                      </a:r>
                    </a:p>
                  </a:txBody>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Closing title only</a:t>
            </a:r>
          </a:p>
        </p:txBody>
      </p:sp>
      <p:sp>
        <p:nvSpPr>
          <p:cNvPr id="3" name="Content Placeholder 2"/>
          <p:cNvSpPr>
            <a:spLocks noGrp="1"/>
          </p:cNvSpPr>
          <p:nvPr>
            <p:ph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Orchard review</a:t>
            </a:r>
          </a:p>
        </p:txBody>
      </p:sp>
      <p:sp>
        <p:nvSpPr>
          <p:cNvPr id="3" name="Content Placeholder 2"/>
          <p:cNvSpPr>
            <a:spLocks noGrp="1"/>
          </p:cNvSpPr>
          <p:nvPr>
            <p:ph idx="1"/>
          </p:nvPr>
        </p:nvSpPr>
        <p:spPr/>
        <p:txBody>
          <a:bodyPr/>
          <a:lstStyle/>
          <a:p>
            <a:r>
              <a:t>ORCHARD FACT: harvest is 9100 apples.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