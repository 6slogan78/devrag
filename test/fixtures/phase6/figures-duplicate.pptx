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Original image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ARCHIVE FACT: orchard harvest 9100 kilograms.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130628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4572000" cy="1306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